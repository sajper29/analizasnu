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sldIdLst>
    <p:sldId id="256" r:id="rId2"/>
    <p:sldId id="257" r:id="rId3"/>
    <p:sldId id="258" r:id="rId4"/>
    <p:sldId id="266" r:id="rId5"/>
    <p:sldId id="274" r:id="rId6"/>
    <p:sldId id="267" r:id="rId7"/>
    <p:sldId id="260" r:id="rId8"/>
    <p:sldId id="261" r:id="rId9"/>
    <p:sldId id="268" r:id="rId10"/>
    <p:sldId id="271" r:id="rId11"/>
    <p:sldId id="270" r:id="rId12"/>
    <p:sldId id="272" r:id="rId13"/>
    <p:sldId id="273" r:id="rId14"/>
    <p:sldId id="264" r:id="rId15"/>
    <p:sldId id="265" r:id="rId16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58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87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115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88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77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165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8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873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52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97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98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Analiza </a:t>
            </a:r>
            <a:r>
              <a:rPr dirty="0" err="1"/>
              <a:t>sn</a:t>
            </a:r>
            <a:r>
              <a:rPr lang="pl-PL" dirty="0"/>
              <a:t>u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Szymon Maślanka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Celem </a:t>
            </a:r>
            <a:r>
              <a:rPr sz="2400" dirty="0" err="1"/>
              <a:t>projektu</a:t>
            </a:r>
            <a:r>
              <a:rPr sz="2400" dirty="0"/>
              <a:t> jest </a:t>
            </a:r>
            <a:r>
              <a:rPr sz="2400" dirty="0" err="1"/>
              <a:t>przewidywanie</a:t>
            </a:r>
            <a:r>
              <a:rPr sz="2400" dirty="0"/>
              <a:t> </a:t>
            </a:r>
            <a:r>
              <a:rPr sz="2400" dirty="0" err="1"/>
              <a:t>czasu</a:t>
            </a:r>
            <a:r>
              <a:rPr sz="2400" dirty="0"/>
              <a:t> </a:t>
            </a:r>
            <a:r>
              <a:rPr sz="2400" dirty="0" err="1"/>
              <a:t>snu</a:t>
            </a:r>
            <a:r>
              <a:rPr sz="2400" dirty="0"/>
              <a:t> (Sleep Duration) </a:t>
            </a:r>
            <a:r>
              <a:rPr sz="2400" dirty="0" err="1"/>
              <a:t>na</a:t>
            </a:r>
            <a:r>
              <a:rPr sz="2400" dirty="0"/>
              <a:t> </a:t>
            </a:r>
            <a:r>
              <a:rPr sz="2400" dirty="0" err="1"/>
              <a:t>podstawie</a:t>
            </a:r>
            <a:r>
              <a:rPr sz="2400" dirty="0"/>
              <a:t> </a:t>
            </a:r>
            <a:r>
              <a:rPr sz="2400" dirty="0" err="1"/>
              <a:t>danych</a:t>
            </a:r>
            <a:r>
              <a:rPr sz="2400" dirty="0"/>
              <a:t> o </a:t>
            </a:r>
            <a:r>
              <a:rPr sz="2400" dirty="0" err="1"/>
              <a:t>stylu</a:t>
            </a:r>
            <a:r>
              <a:rPr sz="2400" dirty="0"/>
              <a:t> </a:t>
            </a:r>
            <a:r>
              <a:rPr sz="2400" dirty="0" err="1"/>
              <a:t>życia</a:t>
            </a:r>
            <a:r>
              <a:rPr lang="pl-PL" sz="2400" dirty="0"/>
              <a:t>.</a:t>
            </a:r>
            <a:endParaRPr sz="24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2704F5B-3498-202C-6748-7703FD089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8960"/>
            <a:ext cx="9144000" cy="24554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3528" y="116632"/>
            <a:ext cx="1660525" cy="1450975"/>
          </a:xfrm>
        </p:spPr>
        <p:txBody>
          <a:bodyPr/>
          <a:lstStyle/>
          <a:p>
            <a:r>
              <a:rPr dirty="0"/>
              <a:t>Dane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91B51C04-AFDF-3B80-C003-ADCE7B5A7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332656"/>
            <a:ext cx="6012160" cy="350405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BC253A90-3F1A-9F82-A05B-39C155FBA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41" y="3457575"/>
            <a:ext cx="8210550" cy="3400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982EB979-E5AA-4CF1-1D55-768D4DBE3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20688"/>
            <a:ext cx="833437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96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91A5677E-B6C2-B7C1-82BF-E1E927C6A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60648"/>
            <a:ext cx="4171949" cy="2786062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B2715474-982C-A821-EF93-1F42A888E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260648"/>
            <a:ext cx="4245066" cy="2834890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5484693-8F2B-0757-4189-DD49E3A03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3501008"/>
            <a:ext cx="4064122" cy="2714054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A306940F-3670-2117-012F-746F52CFF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048" y="3717032"/>
            <a:ext cx="3743226" cy="249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90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D2006557-5066-4EE9-C3C0-862E65874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708920"/>
            <a:ext cx="6981825" cy="923925"/>
          </a:xfrm>
          <a:prstGeom prst="rect">
            <a:avLst/>
          </a:prstGeom>
        </p:spPr>
      </p:pic>
      <p:sp>
        <p:nvSpPr>
          <p:cNvPr id="4" name="Tytuł 3">
            <a:extLst>
              <a:ext uri="{FF2B5EF4-FFF2-40B4-BE49-F238E27FC236}">
                <a16:creationId xmlns:a16="http://schemas.microsoft.com/office/drawing/2014/main" id="{81DA6AEB-63C0-EC39-DCC0-24DFD7EF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Podział danych</a:t>
            </a:r>
          </a:p>
        </p:txBody>
      </p:sp>
    </p:spTree>
    <p:extLst>
      <p:ext uri="{BB962C8B-B14F-4D97-AF65-F5344CB8AC3E}">
        <p14:creationId xmlns:p14="http://schemas.microsoft.com/office/powerpoint/2010/main" val="1811354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Przepisy</a:t>
            </a:r>
            <a:endParaRPr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CB166C47-F29C-9397-CB5E-21567F047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852936"/>
            <a:ext cx="5076056" cy="138045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AE4A8E8D-AE01-684C-9A05-F2EA1F468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1412776"/>
            <a:ext cx="5076056" cy="136937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E48043E8-2013-A57C-7A5C-1F8E945D2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40" y="4437112"/>
            <a:ext cx="5652120" cy="1472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Modele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lang="pl-PL" dirty="0"/>
              <a:t>Liniowa regresja (LM)</a:t>
            </a:r>
            <a:r>
              <a:rPr dirty="0"/>
              <a:t>
- </a:t>
            </a:r>
            <a:r>
              <a:rPr lang="pl-PL" dirty="0"/>
              <a:t>Regresja grzbietowa</a:t>
            </a:r>
            <a:r>
              <a:rPr dirty="0"/>
              <a:t>
- </a:t>
            </a:r>
            <a:r>
              <a:rPr lang="pl-PL" dirty="0"/>
              <a:t>Las losowy</a:t>
            </a:r>
            <a:r>
              <a:rPr dirty="0"/>
              <a:t> (RF)</a:t>
            </a:r>
            <a:endParaRPr lang="pl-PL" dirty="0"/>
          </a:p>
          <a:p>
            <a:r>
              <a:rPr lang="pl-PL" dirty="0"/>
              <a:t>- </a:t>
            </a:r>
            <a:r>
              <a:rPr lang="pl-PL" dirty="0" err="1"/>
              <a:t>Cubist</a:t>
            </a:r>
            <a:r>
              <a:rPr dirty="0"/>
              <a:t>
- </a:t>
            </a:r>
            <a:r>
              <a:rPr dirty="0" err="1"/>
              <a:t>XGBoost</a:t>
            </a:r>
            <a:r>
              <a:rPr dirty="0"/>
              <a:t> (XGB)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4EE597C-FFAE-E96D-C1F1-5618431B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649" y="0"/>
            <a:ext cx="213935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ACBF4C-20E5-0925-9E18-17951DF33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Tuning</a:t>
            </a:r>
            <a:r>
              <a:rPr lang="pl-PL" dirty="0"/>
              <a:t> </a:t>
            </a:r>
            <a:r>
              <a:rPr lang="pl-PL" dirty="0" err="1"/>
              <a:t>hiperparametrów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1CDB473-42E1-80E9-427C-DE93276C1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l-PL" dirty="0"/>
              <a:t>RF -&gt; </a:t>
            </a:r>
            <a:r>
              <a:rPr lang="pl-PL" dirty="0" err="1"/>
              <a:t>min_n</a:t>
            </a:r>
            <a:r>
              <a:rPr lang="pl-PL" dirty="0"/>
              <a:t>, </a:t>
            </a:r>
            <a:r>
              <a:rPr lang="pl-PL" dirty="0" err="1"/>
              <a:t>mtry</a:t>
            </a:r>
            <a:r>
              <a:rPr lang="pl-PL" dirty="0"/>
              <a:t>, </a:t>
            </a:r>
            <a:r>
              <a:rPr lang="pl-PL" dirty="0" err="1"/>
              <a:t>trees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XGB -&gt; </a:t>
            </a:r>
            <a:r>
              <a:rPr lang="pl-PL" dirty="0" err="1"/>
              <a:t>min_n</a:t>
            </a:r>
            <a:r>
              <a:rPr lang="pl-PL" dirty="0"/>
              <a:t>, </a:t>
            </a:r>
            <a:r>
              <a:rPr lang="pl-PL" dirty="0" err="1"/>
              <a:t>trees</a:t>
            </a:r>
            <a:r>
              <a:rPr lang="pl-PL" dirty="0"/>
              <a:t>, </a:t>
            </a:r>
            <a:r>
              <a:rPr lang="pl-PL" dirty="0" err="1"/>
              <a:t>tree_depth</a:t>
            </a:r>
            <a:r>
              <a:rPr lang="pl-PL" dirty="0"/>
              <a:t>, </a:t>
            </a:r>
            <a:r>
              <a:rPr lang="pl-PL" dirty="0" err="1"/>
              <a:t>learn_rate,loss_reduction</a:t>
            </a:r>
            <a:r>
              <a:rPr lang="pl-PL" dirty="0"/>
              <a:t>, </a:t>
            </a:r>
            <a:r>
              <a:rPr lang="pl-PL" dirty="0" err="1"/>
              <a:t>sample_prop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pl-PL" dirty="0" err="1"/>
              <a:t>Cubist</a:t>
            </a:r>
            <a:r>
              <a:rPr lang="pl-PL" dirty="0"/>
              <a:t> -&gt; </a:t>
            </a:r>
            <a:r>
              <a:rPr lang="pl-PL" dirty="0" err="1"/>
              <a:t>committes,neighbors</a:t>
            </a:r>
            <a:endParaRPr lang="pl-PL" dirty="0"/>
          </a:p>
          <a:p>
            <a:pPr marL="457200" indent="-457200">
              <a:buFont typeface="+mj-lt"/>
              <a:buAutoNum type="arabicPeriod"/>
            </a:pPr>
            <a:r>
              <a:rPr lang="pl-PL" dirty="0" err="1"/>
              <a:t>Ridge</a:t>
            </a:r>
            <a:r>
              <a:rPr lang="pl-PL" dirty="0"/>
              <a:t> -&gt; </a:t>
            </a:r>
            <a:r>
              <a:rPr lang="pl-PL" dirty="0" err="1"/>
              <a:t>penalty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15907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7E1E08-2650-7373-831B-1BFC95394C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7543800" cy="1450975"/>
          </a:xfrm>
        </p:spPr>
        <p:txBody>
          <a:bodyPr/>
          <a:lstStyle/>
          <a:p>
            <a:r>
              <a:rPr lang="pl-PL" dirty="0"/>
              <a:t>Wybranie najlepszych </a:t>
            </a:r>
            <a:r>
              <a:rPr lang="pl-PL" dirty="0" err="1"/>
              <a:t>hiperparametrów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1189EAD-387B-6750-213F-67208D037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1484784"/>
            <a:ext cx="3672444" cy="247537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31A69C6F-082A-4066-9F17-2271FC6E7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293096"/>
            <a:ext cx="5605264" cy="197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357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D03C9F-9DFF-8567-7528-3E6E367A00A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7543800" cy="1450975"/>
          </a:xfrm>
        </p:spPr>
        <p:txBody>
          <a:bodyPr/>
          <a:lstStyle/>
          <a:p>
            <a:r>
              <a:rPr lang="pl-PL" dirty="0"/>
              <a:t>Metryki i predykcje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CF73C64-124D-2284-0A8A-BC0853509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1556792"/>
            <a:ext cx="3385420" cy="460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41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8C9A66-3C40-1D5C-7636-3CF3324D57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32040" y="-99392"/>
            <a:ext cx="7543800" cy="1450975"/>
          </a:xfrm>
        </p:spPr>
        <p:txBody>
          <a:bodyPr/>
          <a:lstStyle/>
          <a:p>
            <a:r>
              <a:rPr lang="pl-PL" dirty="0"/>
              <a:t>Ocena predykcji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84D8F9B-E2BA-DCDD-7E3C-1AC9236A7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496" y="3356992"/>
            <a:ext cx="4536504" cy="280690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BB46C834-4BA4-F199-610D-F4EC413C8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052736"/>
            <a:ext cx="4329297" cy="256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69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256FF7-3453-99F5-6F95-CD71DFB30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A66FD74-8CEB-765A-53A4-9B1DE9B06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056"/>
            <a:ext cx="9144000" cy="542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0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Najlepszy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2834640"/>
            <a:ext cx="7543801" cy="4023360"/>
          </a:xfrm>
        </p:spPr>
        <p:txBody>
          <a:bodyPr>
            <a:normAutofit/>
          </a:bodyPr>
          <a:lstStyle/>
          <a:p>
            <a:r>
              <a:rPr sz="3200" dirty="0" err="1"/>
              <a:t>Najlepszy</a:t>
            </a:r>
            <a:r>
              <a:rPr sz="3200" dirty="0"/>
              <a:t> </a:t>
            </a:r>
            <a:r>
              <a:rPr sz="3200" dirty="0" err="1"/>
              <a:t>wynik</a:t>
            </a:r>
            <a:r>
              <a:rPr sz="3200" dirty="0"/>
              <a:t> </a:t>
            </a:r>
            <a:r>
              <a:rPr sz="3200" dirty="0" err="1"/>
              <a:t>uzyskał</a:t>
            </a:r>
            <a:r>
              <a:rPr sz="3200" dirty="0"/>
              <a:t> model </a:t>
            </a:r>
            <a:r>
              <a:rPr lang="pl-PL" sz="3200" dirty="0" err="1"/>
              <a:t>base</a:t>
            </a:r>
            <a:r>
              <a:rPr sz="3200" dirty="0"/>
              <a:t> + </a:t>
            </a:r>
            <a:r>
              <a:rPr lang="pl-PL" sz="3200" dirty="0" err="1"/>
              <a:t>cubist</a:t>
            </a:r>
            <a:r>
              <a:rPr sz="3200" dirty="0"/>
              <a:t> </a:t>
            </a:r>
            <a:r>
              <a:rPr lang="pl-PL" sz="3200" dirty="0"/>
              <a:t>bazując domyślnie na RMSE</a:t>
            </a:r>
            <a:r>
              <a:rPr sz="3200" dirty="0"/>
              <a:t> = 0.0</a:t>
            </a:r>
            <a:r>
              <a:rPr lang="pl-PL" sz="3200" dirty="0"/>
              <a:t>846.</a:t>
            </a:r>
            <a:endParaRPr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67544" y="188640"/>
            <a:ext cx="7543800" cy="1449387"/>
          </a:xfrm>
        </p:spPr>
        <p:txBody>
          <a:bodyPr/>
          <a:lstStyle/>
          <a:p>
            <a:r>
              <a:rPr dirty="0" err="1"/>
              <a:t>Wnioski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99592" y="2818839"/>
            <a:ext cx="7543800" cy="4024313"/>
          </a:xfrm>
        </p:spPr>
        <p:txBody>
          <a:bodyPr/>
          <a:lstStyle/>
          <a:p>
            <a:r>
              <a:rPr dirty="0" err="1"/>
              <a:t>Modele</a:t>
            </a:r>
            <a:r>
              <a:rPr dirty="0"/>
              <a:t> </a:t>
            </a:r>
            <a:r>
              <a:rPr lang="pl-PL" dirty="0" err="1"/>
              <a:t>Cubist</a:t>
            </a:r>
            <a:r>
              <a:rPr lang="pl-PL" dirty="0"/>
              <a:t> oraz RF </a:t>
            </a:r>
            <a:r>
              <a:rPr dirty="0" err="1"/>
              <a:t>radzą</a:t>
            </a:r>
            <a:r>
              <a:rPr dirty="0"/>
              <a:t> </a:t>
            </a:r>
            <a:r>
              <a:rPr dirty="0" err="1"/>
              <a:t>sobie</a:t>
            </a:r>
            <a:r>
              <a:rPr dirty="0"/>
              <a:t> </a:t>
            </a:r>
            <a:r>
              <a:rPr dirty="0" err="1"/>
              <a:t>najlepiej</a:t>
            </a:r>
            <a:r>
              <a:rPr lang="pl-PL" dirty="0"/>
              <a:t> w tym zestawie danych</a:t>
            </a:r>
            <a:r>
              <a:rPr dirty="0"/>
              <a:t>
</a:t>
            </a:r>
            <a:r>
              <a:rPr dirty="0" err="1"/>
              <a:t>Interakcje</a:t>
            </a:r>
            <a:r>
              <a:rPr dirty="0"/>
              <a:t> w </a:t>
            </a:r>
            <a:r>
              <a:rPr lang="pl-PL" dirty="0"/>
              <a:t>przepisach poprawiły jakość </a:t>
            </a:r>
            <a:r>
              <a:rPr lang="pl-PL" dirty="0" err="1"/>
              <a:t>przewidywawnia</a:t>
            </a:r>
            <a:r>
              <a:rPr lang="pl-PL" dirty="0"/>
              <a:t> snu we wszystkich modelach poza </a:t>
            </a:r>
            <a:r>
              <a:rPr lang="pl-PL" dirty="0" err="1"/>
              <a:t>cubist</a:t>
            </a:r>
            <a:r>
              <a:rPr dirty="0"/>
              <a:t>
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Retrospekcja">
  <a:themeElements>
    <a:clrScheme name="Retrospekcj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cj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cj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467</TotalTime>
  <Words>148</Words>
  <Application>Microsoft Office PowerPoint</Application>
  <PresentationFormat>Pokaz na ekranie (4:3)</PresentationFormat>
  <Paragraphs>22</Paragraphs>
  <Slides>15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18" baseType="lpstr">
      <vt:lpstr>Calibri</vt:lpstr>
      <vt:lpstr>Calibri Light</vt:lpstr>
      <vt:lpstr>Retrospekcja</vt:lpstr>
      <vt:lpstr>Analiza snu</vt:lpstr>
      <vt:lpstr>Cel projektu</vt:lpstr>
      <vt:lpstr>Dane</vt:lpstr>
      <vt:lpstr>Prezentacja programu PowerPoint</vt:lpstr>
      <vt:lpstr>Prezentacja programu PowerPoint</vt:lpstr>
      <vt:lpstr>Podział danych</vt:lpstr>
      <vt:lpstr>Przepisy</vt:lpstr>
      <vt:lpstr>Modele</vt:lpstr>
      <vt:lpstr>Tuning hiperparametrów</vt:lpstr>
      <vt:lpstr>Wybranie najlepszych hiperparametrów</vt:lpstr>
      <vt:lpstr>Metryki i predykcje</vt:lpstr>
      <vt:lpstr>Ocena predykcji</vt:lpstr>
      <vt:lpstr>Prezentacja programu PowerPoint</vt:lpstr>
      <vt:lpstr>Najlepszy model</vt:lpstr>
      <vt:lpstr>Wnioski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Szymek M</cp:lastModifiedBy>
  <cp:revision>18</cp:revision>
  <dcterms:created xsi:type="dcterms:W3CDTF">2017-02-13T16:18:36Z</dcterms:created>
  <dcterms:modified xsi:type="dcterms:W3CDTF">2025-10-16T16:11:04Z</dcterms:modified>
  <cp:category/>
</cp:coreProperties>
</file>